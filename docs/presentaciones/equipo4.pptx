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Bold" charset="1" panose="020B0806030504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4274503"/>
            <a:ext cx="18288000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Evalu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ación Comparativa de Modelos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73128" y="159703"/>
            <a:ext cx="1134174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ivo del Equipo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804477"/>
            <a:ext cx="18288000" cy="458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Evalu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 objetivamente el rendimiento del modelo simple y del modelo múltiple, generando métricas, gráficos comparativos y conclusiones para alimentar las decisiones del Equipo 5.</a:t>
            </a:r>
          </a:p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6041" y="159703"/>
            <a:ext cx="1353591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Actividades Realizadas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7661" y="2102027"/>
            <a:ext cx="16712677" cy="776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89087" indent="-394543" lvl="1">
              <a:lnSpc>
                <a:spcPts val="5116"/>
              </a:lnSpc>
              <a:buFont typeface="Arial"/>
              <a:buChar char="•"/>
            </a:pPr>
            <a:r>
              <a:rPr lang="en-US" b="true" sz="365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Carga del dataset original.</a:t>
            </a:r>
          </a:p>
          <a:p>
            <a:pPr algn="ctr" marL="789087" indent="-394543" lvl="1">
              <a:lnSpc>
                <a:spcPts val="5116"/>
              </a:lnSpc>
              <a:buFont typeface="Arial"/>
              <a:buChar char="•"/>
            </a:pPr>
            <a:r>
              <a:rPr lang="en-US" b="true" sz="365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Carga de los modelos entrenados por los equipos 2 y 3.</a:t>
            </a:r>
          </a:p>
          <a:p>
            <a:pPr algn="ctr" marL="789087" indent="-394543" lvl="1">
              <a:lnSpc>
                <a:spcPts val="5116"/>
              </a:lnSpc>
              <a:buFont typeface="Arial"/>
              <a:buChar char="•"/>
            </a:pPr>
            <a:r>
              <a:rPr lang="en-US" b="true" sz="365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Aplicación correcta de normalización requerida para el modelo múltiple.</a:t>
            </a:r>
          </a:p>
          <a:p>
            <a:pPr algn="ctr" marL="789087" indent="-394543" lvl="1">
              <a:lnSpc>
                <a:spcPts val="5116"/>
              </a:lnSpc>
              <a:buFont typeface="Arial"/>
              <a:buChar char="•"/>
            </a:pPr>
            <a:r>
              <a:rPr lang="en-US" b="true" sz="365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Cálculo de métricas clave:</a:t>
            </a:r>
          </a:p>
          <a:p>
            <a:pPr algn="ctr" marL="789087" indent="-394543" lvl="1">
              <a:lnSpc>
                <a:spcPts val="5116"/>
              </a:lnSpc>
              <a:buFont typeface="Arial"/>
              <a:buChar char="•"/>
            </a:pPr>
            <a:r>
              <a:rPr lang="en-US" b="true" sz="365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MSE (Error cuadrático medio)</a:t>
            </a:r>
          </a:p>
          <a:p>
            <a:pPr algn="ctr" marL="789087" indent="-394543" lvl="1">
              <a:lnSpc>
                <a:spcPts val="5116"/>
              </a:lnSpc>
              <a:buFont typeface="Arial"/>
              <a:buChar char="•"/>
            </a:pPr>
            <a:r>
              <a:rPr lang="en-US" b="true" sz="365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MAE (Error absoluto medio)</a:t>
            </a:r>
          </a:p>
          <a:p>
            <a:pPr algn="ctr" marL="789087" indent="-394543" lvl="1">
              <a:lnSpc>
                <a:spcPts val="5116"/>
              </a:lnSpc>
              <a:buFont typeface="Arial"/>
              <a:buChar char="•"/>
            </a:pPr>
            <a:r>
              <a:rPr lang="en-US" b="true" sz="365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Comparación visual mediante gráficos:</a:t>
            </a:r>
          </a:p>
          <a:p>
            <a:pPr algn="ctr" marL="789087" indent="-394543" lvl="1">
              <a:lnSpc>
                <a:spcPts val="5116"/>
              </a:lnSpc>
              <a:buFont typeface="Arial"/>
              <a:buChar char="•"/>
            </a:pPr>
            <a:r>
              <a:rPr lang="en-US" b="true" sz="365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Dispersión modelo simple vs ventas reales</a:t>
            </a:r>
          </a:p>
          <a:p>
            <a:pPr algn="ctr" marL="789087" indent="-394543" lvl="1">
              <a:lnSpc>
                <a:spcPts val="5116"/>
              </a:lnSpc>
              <a:buFont typeface="Arial"/>
              <a:buChar char="•"/>
            </a:pPr>
            <a:r>
              <a:rPr lang="en-US" b="true" sz="365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Dispersión modelo múltiple vs ventas reales</a:t>
            </a:r>
          </a:p>
          <a:p>
            <a:pPr algn="ctr" marL="789087" indent="-394543" lvl="1">
              <a:lnSpc>
                <a:spcPts val="5116"/>
              </a:lnSpc>
              <a:buFont typeface="Arial"/>
              <a:buChar char="•"/>
            </a:pPr>
            <a:r>
              <a:rPr lang="en-US" b="true" sz="365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Comparación temporal de ambos modelos vs valores reales</a:t>
            </a:r>
          </a:p>
          <a:p>
            <a:pPr algn="ctr">
              <a:lnSpc>
                <a:spcPts val="511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51262" y="159703"/>
            <a:ext cx="1118547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Flujo 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Evaluación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190816"/>
            <a:ext cx="19719827" cy="8269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17015" indent="-458508" lvl="1">
              <a:lnSpc>
                <a:spcPts val="5946"/>
              </a:lnSpc>
              <a:buFont typeface="Arial"/>
              <a:buChar char="•"/>
            </a:pPr>
            <a:r>
              <a:rPr lang="en-US" b="true" sz="42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Simple</a:t>
            </a:r>
          </a:p>
          <a:p>
            <a:pPr algn="ctr" marL="917015" indent="-458508" lvl="1">
              <a:lnSpc>
                <a:spcPts val="5946"/>
              </a:lnSpc>
              <a:buFont typeface="Arial"/>
              <a:buChar char="•"/>
            </a:pPr>
            <a:r>
              <a:rPr lang="en-US" b="true" sz="42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Predicción directa sin normalización.</a:t>
            </a:r>
          </a:p>
          <a:p>
            <a:pPr algn="ctr" marL="917015" indent="-458508" lvl="1">
              <a:lnSpc>
                <a:spcPts val="5946"/>
              </a:lnSpc>
              <a:buFont typeface="Arial"/>
              <a:buChar char="•"/>
            </a:pPr>
            <a:r>
              <a:rPr lang="en-US" b="true" sz="42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Cálculo de M</a:t>
            </a:r>
            <a:r>
              <a:rPr lang="en-US" b="true" sz="42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AE y MSE.</a:t>
            </a:r>
          </a:p>
          <a:p>
            <a:pPr algn="ctr" marL="917015" indent="-458508" lvl="1">
              <a:lnSpc>
                <a:spcPts val="5946"/>
              </a:lnSpc>
              <a:buFont typeface="Arial"/>
              <a:buChar char="•"/>
            </a:pPr>
            <a:r>
              <a:rPr lang="en-US" b="true" sz="42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Múltiple</a:t>
            </a:r>
          </a:p>
          <a:p>
            <a:pPr algn="ctr" marL="917015" indent="-458508" lvl="1">
              <a:lnSpc>
                <a:spcPts val="5946"/>
              </a:lnSpc>
              <a:buFont typeface="Arial"/>
              <a:buChar char="•"/>
            </a:pPr>
            <a:r>
              <a:rPr lang="en-US" b="true" sz="42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Normalización MinMax</a:t>
            </a:r>
          </a:p>
          <a:p>
            <a:pPr algn="ctr" marL="917015" indent="-458508" lvl="1">
              <a:lnSpc>
                <a:spcPts val="5946"/>
              </a:lnSpc>
              <a:buFont typeface="Arial"/>
              <a:buChar char="•"/>
            </a:pPr>
            <a:r>
              <a:rPr lang="en-US" b="true" sz="42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Predicción</a:t>
            </a:r>
          </a:p>
          <a:p>
            <a:pPr algn="ctr" marL="917015" indent="-458508" lvl="1">
              <a:lnSpc>
                <a:spcPts val="5946"/>
              </a:lnSpc>
              <a:buFont typeface="Arial"/>
              <a:buChar char="•"/>
            </a:pPr>
            <a:r>
              <a:rPr lang="en-US" b="true" sz="42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Desnormalización</a:t>
            </a:r>
          </a:p>
          <a:p>
            <a:pPr algn="ctr" marL="917015" indent="-458508" lvl="1">
              <a:lnSpc>
                <a:spcPts val="5946"/>
              </a:lnSpc>
              <a:buFont typeface="Arial"/>
              <a:buChar char="•"/>
            </a:pPr>
            <a:r>
              <a:rPr lang="en-US" b="true" sz="42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Cálculo de métricas</a:t>
            </a:r>
          </a:p>
          <a:p>
            <a:pPr algn="ctr" marL="917015" indent="-458508" lvl="1">
              <a:lnSpc>
                <a:spcPts val="5946"/>
              </a:lnSpc>
              <a:buFont typeface="Arial"/>
              <a:buChar char="•"/>
            </a:pPr>
            <a:r>
              <a:rPr lang="en-US" b="true" sz="42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Visualización</a:t>
            </a:r>
          </a:p>
          <a:p>
            <a:pPr algn="ctr" marL="917015" indent="-458508" lvl="1">
              <a:lnSpc>
                <a:spcPts val="5946"/>
              </a:lnSpc>
              <a:buFont typeface="Arial"/>
              <a:buChar char="•"/>
            </a:pPr>
            <a:r>
              <a:rPr lang="en-US" b="true" sz="42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Tres gráficos guardados en /resultados/graficos/</a:t>
            </a:r>
          </a:p>
          <a:p>
            <a:pPr algn="ctr">
              <a:lnSpc>
                <a:spcPts val="594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80633" y="159703"/>
            <a:ext cx="672673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Resultados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0775" y="2008505"/>
            <a:ext cx="16128904" cy="827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Métricas generadas p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ara ambos modelos.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Gráficos comparativos completos.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evidencia que el modelo múltiple captura mejor la variabilidad de las ventas al incluir tres variables.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modelo simple presenta mayor error, especialmente en puntos de promoción o fin de semana.</a:t>
            </a:r>
          </a:p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13759" y="159703"/>
            <a:ext cx="766048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2333"/>
            <a:ext cx="15818247" cy="735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modelo múltiple es más preciso y gener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alizable.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modelo simple sirve como baseline, pero no explica la influencia de promociones ni fines de semana.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análisis visual permite comprender zonas donde cada modelo falla o acierta.</a:t>
            </a:r>
          </a:p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DAG6cLmVbdU</dc:identifier>
  <dcterms:modified xsi:type="dcterms:W3CDTF">2011-08-01T06:04:30Z</dcterms:modified>
  <cp:revision>1</cp:revision>
  <dc:title>equipo3</dc:title>
</cp:coreProperties>
</file>