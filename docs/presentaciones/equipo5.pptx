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20B08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45728"/>
            <a:ext cx="18288000" cy="48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Integr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ado y Dashboard Interactivo</a:t>
            </a:r>
          </a:p>
          <a:p>
            <a:pPr algn="ctr">
              <a:lnSpc>
                <a:spcPts val="1288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3128" y="159703"/>
            <a:ext cx="1134174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ivo del Equipo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728402"/>
            <a:ext cx="18288000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 la capa final del sistema: una interfaz interactiva que permita al usuario realizar predicciones con ambos modelos y visualizar diferencias de rendimiento.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7846" y="159703"/>
            <a:ext cx="132323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Actividades Realizadas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16465"/>
            <a:ext cx="16480044" cy="82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Implementación de dashboard en Streamlit.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Carga dinámica de ambos modelos entrenados.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 los escal</a:t>
            </a: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adores necesarios para el modelo múltiple.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Captura de parámetros del usuario: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Temperatura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Promoción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 de semana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Generación de predicciones: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simple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múltiple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Construcción de gráfico comparativo con Matplotlib.</a:t>
            </a:r>
          </a:p>
          <a:p>
            <a:pPr algn="ctr" marL="775347" indent="-387674" lvl="1">
              <a:lnSpc>
                <a:spcPts val="5027"/>
              </a:lnSpc>
              <a:buFont typeface="Arial"/>
              <a:buChar char="•"/>
            </a:pPr>
            <a:r>
              <a:rPr lang="en-US" b="true" sz="35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visual limpia y lista para exhibición.</a:t>
            </a:r>
          </a:p>
          <a:p>
            <a:pPr algn="ctr">
              <a:lnSpc>
                <a:spcPts val="502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7695" y="159703"/>
            <a:ext cx="1683261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ntes del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1770" y="2212178"/>
            <a:ext cx="17644459" cy="676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Título central: Sistema Integr</a:t>
            </a: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ado de Predicción de Ventas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Controles de usuario: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Slider de temperatura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Selectores de promoción y fin de semana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 mostrados en pantalla: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Predicción del modelo simple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Predicción del modelo múltiple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Gráfico final:</a:t>
            </a:r>
          </a:p>
          <a:p>
            <a:pPr algn="ctr" marL="824548" indent="-412274" lvl="1">
              <a:lnSpc>
                <a:spcPts val="5346"/>
              </a:lnSpc>
              <a:buFont typeface="Arial"/>
              <a:buChar char="•"/>
            </a:pPr>
            <a:r>
              <a:rPr lang="en-US" b="true" sz="38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Barra comparativa entre ambas predicciones</a:t>
            </a:r>
          </a:p>
          <a:p>
            <a:pPr algn="ctr">
              <a:lnSpc>
                <a:spcPts val="534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32438" y="159703"/>
            <a:ext cx="64231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ultados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41678" y="2827655"/>
            <a:ext cx="13004644" cy="6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ard completamente funcional.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Predicciones coherentes con los modelos entrenados.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Interfaz intuitiva que facilita la comparación entre enfoques.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13759" y="159703"/>
            <a:ext cx="766048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827655"/>
            <a:ext cx="18288000" cy="6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sistem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sirve como demostración final del proyecto.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Permite validar la utilidad de usar múltiples variables para mejorar la precisión.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 estructura puede ampliarse para integrarse con datos reales.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DAG6cMaYB1Y</dc:identifier>
  <dcterms:modified xsi:type="dcterms:W3CDTF">2011-08-01T06:04:30Z</dcterms:modified>
  <cp:revision>1</cp:revision>
  <dc:title>equipo5</dc:title>
</cp:coreProperties>
</file>