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753600" cy="7315200"/>
  <p:notesSz cx="6858000" cy="9144000"/>
  <p:embeddedFontLst>
    <p:embeddedFont>
      <p:font typeface="Calibri (MS)" charset="1" panose="020F050202020403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2272453"/>
            <a:ext cx="8290560" cy="1568027"/>
            <a:chOff x="0" y="0"/>
            <a:chExt cx="11054080" cy="209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54080" cy="2090702"/>
            </a:xfrm>
            <a:custGeom>
              <a:avLst/>
              <a:gdLst/>
              <a:ahLst/>
              <a:cxnLst/>
              <a:rect r="r" b="b" t="t" l="l"/>
              <a:pathLst>
                <a:path h="2090702" w="11054080">
                  <a:moveTo>
                    <a:pt x="0" y="0"/>
                  </a:moveTo>
                  <a:lnTo>
                    <a:pt x="11054080" y="0"/>
                  </a:lnTo>
                  <a:lnTo>
                    <a:pt x="11054080" y="2090702"/>
                  </a:lnTo>
                  <a:lnTo>
                    <a:pt x="0" y="2090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054080" cy="2185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Análisis de Dataset Sintético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Descripción del Dataset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685925"/>
            <a:ext cx="8595360" cy="48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50 registros generados sintéticamente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Variables: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- Temperatura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- Promoción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- Fin de Semana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- Ventas</a:t>
            </a:r>
          </a:p>
          <a:p>
            <a:pPr algn="l" marL="439273" indent="-219637" lvl="1">
              <a:lnSpc>
                <a:spcPts val="409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Relación Temperatura - Ventas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3249" y="1383526"/>
            <a:ext cx="7667103" cy="5649068"/>
          </a:xfrm>
          <a:custGeom>
            <a:avLst/>
            <a:gdLst/>
            <a:ahLst/>
            <a:cxnLst/>
            <a:rect r="r" b="b" t="t" l="l"/>
            <a:pathLst>
              <a:path h="5649068" w="7667103">
                <a:moveTo>
                  <a:pt x="0" y="0"/>
                </a:moveTo>
                <a:lnTo>
                  <a:pt x="7667102" y="0"/>
                </a:lnTo>
                <a:lnTo>
                  <a:pt x="7667102" y="5649068"/>
                </a:lnTo>
                <a:lnTo>
                  <a:pt x="0" y="5649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" t="-2029" r="-1052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Relación Promoción - Ventas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75360" y="1683283"/>
            <a:ext cx="7802880" cy="4681728"/>
            <a:chOff x="0" y="0"/>
            <a:chExt cx="10403840" cy="6242304"/>
          </a:xfrm>
        </p:grpSpPr>
        <p:sp>
          <p:nvSpPr>
            <p:cNvPr name="Freeform 6" id="6" descr="scatter_prom_ventas.png"/>
            <p:cNvSpPr/>
            <p:nvPr/>
          </p:nvSpPr>
          <p:spPr>
            <a:xfrm flipH="false" flipV="false" rot="0">
              <a:off x="0" y="0"/>
              <a:ext cx="10403840" cy="6242304"/>
            </a:xfrm>
            <a:custGeom>
              <a:avLst/>
              <a:gdLst/>
              <a:ahLst/>
              <a:cxnLst/>
              <a:rect r="r" b="b" t="t" l="l"/>
              <a:pathLst>
                <a:path h="6242304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6242304"/>
                  </a:lnTo>
                  <a:lnTo>
                    <a:pt x="0" y="624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Relación Fin de Semana - Ventas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75360" y="1722612"/>
            <a:ext cx="7802880" cy="4681728"/>
            <a:chOff x="0" y="0"/>
            <a:chExt cx="10403840" cy="6242304"/>
          </a:xfrm>
        </p:grpSpPr>
        <p:sp>
          <p:nvSpPr>
            <p:cNvPr name="Freeform 6" id="6" descr="scatter_weekend_ventas.png"/>
            <p:cNvSpPr/>
            <p:nvPr/>
          </p:nvSpPr>
          <p:spPr>
            <a:xfrm flipH="false" flipV="false" rot="0">
              <a:off x="0" y="0"/>
              <a:ext cx="10403840" cy="6242304"/>
            </a:xfrm>
            <a:custGeom>
              <a:avLst/>
              <a:gdLst/>
              <a:ahLst/>
              <a:cxnLst/>
              <a:rect r="r" b="b" t="t" l="l"/>
              <a:pathLst>
                <a:path h="6242304" w="10403840">
                  <a:moveTo>
                    <a:pt x="0" y="0"/>
                  </a:moveTo>
                  <a:lnTo>
                    <a:pt x="10403840" y="0"/>
                  </a:lnTo>
                  <a:lnTo>
                    <a:pt x="10403840" y="6242304"/>
                  </a:lnTo>
                  <a:lnTo>
                    <a:pt x="0" y="6242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de Correlaciones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1339" y="1214547"/>
            <a:ext cx="7410922" cy="5821913"/>
          </a:xfrm>
          <a:custGeom>
            <a:avLst/>
            <a:gdLst/>
            <a:ahLst/>
            <a:cxnLst/>
            <a:rect r="r" b="b" t="t" l="l"/>
            <a:pathLst>
              <a:path h="5821913" w="7410922">
                <a:moveTo>
                  <a:pt x="0" y="0"/>
                </a:moveTo>
                <a:lnTo>
                  <a:pt x="7410922" y="0"/>
                </a:lnTo>
                <a:lnTo>
                  <a:pt x="7410922" y="5821913"/>
                </a:lnTo>
                <a:lnTo>
                  <a:pt x="0" y="582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680" y="292947"/>
            <a:ext cx="8778240" cy="1219200"/>
            <a:chOff x="0" y="0"/>
            <a:chExt cx="11704320" cy="1625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432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9120" y="1685925"/>
            <a:ext cx="8595360" cy="48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La temperatura es la variable con mayor influencia en las ventas.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Promoción y fin de semana también muestran impacto positivo.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El heatmap confirma correlaciones positivas fuertes.</a:t>
            </a:r>
          </a:p>
          <a:p>
            <a:pPr algn="l" marL="439273" indent="-219637" lvl="1">
              <a:lnSpc>
                <a:spcPts val="4095"/>
              </a:lnSpc>
              <a:buFont typeface="Arial"/>
              <a:buChar char="•"/>
            </a:pPr>
            <a:r>
              <a:rPr lang="en-US" sz="34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No se observan valores atípicos significativos.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DAG6JSUrehY</dc:identifier>
  <dcterms:modified xsi:type="dcterms:W3CDTF">2011-08-01T06:04:30Z</dcterms:modified>
  <cp:revision>1</cp:revision>
  <dc:title>equipo1</dc:title>
</cp:coreProperties>
</file>